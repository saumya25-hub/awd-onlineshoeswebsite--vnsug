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2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7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8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6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9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7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6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4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3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3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6ECEB-64A7-4782-8AC3-66EB0FE8E8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002" y="2229490"/>
            <a:ext cx="11053944" cy="136332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002" y="5246703"/>
            <a:ext cx="3065092" cy="144465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Member-1 (seat no. – name)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Member-2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Member-3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8478854" y="5614587"/>
            <a:ext cx="3065092" cy="1076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guided by: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7C953-5A96-981C-F1BE-E585875D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29" r="2296" b="10804"/>
          <a:stretch>
            <a:fillRect/>
          </a:stretch>
        </p:blipFill>
        <p:spPr>
          <a:xfrm>
            <a:off x="2022548" y="150216"/>
            <a:ext cx="8352000" cy="20414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E66F98-ACCA-1857-9E63-8CB44B61FB1D}"/>
              </a:ext>
            </a:extLst>
          </p:cNvPr>
          <p:cNvSpPr txBox="1">
            <a:spLocks/>
          </p:cNvSpPr>
          <p:nvPr/>
        </p:nvSpPr>
        <p:spPr>
          <a:xfrm>
            <a:off x="490002" y="4365044"/>
            <a:ext cx="11053944" cy="477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</a:t>
            </a:r>
          </a:p>
        </p:txBody>
      </p:sp>
    </p:spTree>
    <p:extLst>
      <p:ext uri="{BB962C8B-B14F-4D97-AF65-F5344CB8AC3E}">
        <p14:creationId xmlns:p14="http://schemas.microsoft.com/office/powerpoint/2010/main" val="87964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11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6411"/>
            <a:ext cx="10515600" cy="5443671"/>
          </a:xfrm>
        </p:spPr>
        <p:txBody>
          <a:bodyPr>
            <a:no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Objectives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&amp; System Enhancements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fontAlgn="base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4850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A10C-09FB-411C-92D2-DA0C22F8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179C0-DEB8-4E7F-B31E-1C9D72DA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1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Project Title</vt:lpstr>
      <vt:lpstr>Content…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Aarti Agarwal</cp:lastModifiedBy>
  <cp:revision>9</cp:revision>
  <dcterms:created xsi:type="dcterms:W3CDTF">2025-03-29T05:17:27Z</dcterms:created>
  <dcterms:modified xsi:type="dcterms:W3CDTF">2026-08-19T06:20:03Z</dcterms:modified>
</cp:coreProperties>
</file>